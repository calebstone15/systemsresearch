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43891200" cy="329184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4469E0-9741-0A41-90DF-8AC7127DACF1}" v="36" dt="2026-01-25T03:00:58.213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008" autoAdjust="0"/>
    <p:restoredTop sz="93015" autoAdjust="0"/>
  </p:normalViewPr>
  <p:slideViewPr>
    <p:cSldViewPr>
      <p:cViewPr>
        <p:scale>
          <a:sx n="51" d="100"/>
          <a:sy n="51" d="100"/>
        </p:scale>
        <p:origin x="6824" y="104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384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one, Caleb M." userId="d2ede74c-0d08-47e5-ac7f-16571343eed9" providerId="ADAL" clId="{4459FF6A-C502-51A9-A42D-83BF0A238E48}"/>
    <pc:docChg chg="undo custSel modSld">
      <pc:chgData name="Stone, Caleb M." userId="d2ede74c-0d08-47e5-ac7f-16571343eed9" providerId="ADAL" clId="{4459FF6A-C502-51A9-A42D-83BF0A238E48}" dt="2026-01-25T03:06:03.146" v="3367" actId="20577"/>
      <pc:docMkLst>
        <pc:docMk/>
      </pc:docMkLst>
      <pc:sldChg chg="addSp delSp modSp mod">
        <pc:chgData name="Stone, Caleb M." userId="d2ede74c-0d08-47e5-ac7f-16571343eed9" providerId="ADAL" clId="{4459FF6A-C502-51A9-A42D-83BF0A238E48}" dt="2026-01-25T03:06:03.146" v="3367" actId="20577"/>
        <pc:sldMkLst>
          <pc:docMk/>
          <pc:sldMk cId="2251251862" sldId="256"/>
        </pc:sldMkLst>
        <pc:spChg chg="del">
          <ac:chgData name="Stone, Caleb M." userId="d2ede74c-0d08-47e5-ac7f-16571343eed9" providerId="ADAL" clId="{4459FF6A-C502-51A9-A42D-83BF0A238E48}" dt="2026-01-24T21:44:37.448" v="372" actId="478"/>
          <ac:spMkLst>
            <pc:docMk/>
            <pc:sldMk cId="2251251862" sldId="256"/>
            <ac:spMk id="3" creationId="{56A4A4A4-B638-E487-A8F4-119379B86A3C}"/>
          </ac:spMkLst>
        </pc:spChg>
        <pc:spChg chg="mod">
          <ac:chgData name="Stone, Caleb M." userId="d2ede74c-0d08-47e5-ac7f-16571343eed9" providerId="ADAL" clId="{4459FF6A-C502-51A9-A42D-83BF0A238E48}" dt="2026-01-25T00:34:37.498" v="1026" actId="1076"/>
          <ac:spMkLst>
            <pc:docMk/>
            <pc:sldMk cId="2251251862" sldId="256"/>
            <ac:spMk id="4" creationId="{00000000-0000-0000-0000-000000000000}"/>
          </ac:spMkLst>
        </pc:spChg>
        <pc:spChg chg="mod">
          <ac:chgData name="Stone, Caleb M." userId="d2ede74c-0d08-47e5-ac7f-16571343eed9" providerId="ADAL" clId="{4459FF6A-C502-51A9-A42D-83BF0A238E48}" dt="2026-01-25T00:35:01.816" v="1028" actId="1076"/>
          <ac:spMkLst>
            <pc:docMk/>
            <pc:sldMk cId="2251251862" sldId="256"/>
            <ac:spMk id="5" creationId="{00000000-0000-0000-0000-000000000000}"/>
          </ac:spMkLst>
        </pc:spChg>
        <pc:spChg chg="add mod">
          <ac:chgData name="Stone, Caleb M." userId="d2ede74c-0d08-47e5-ac7f-16571343eed9" providerId="ADAL" clId="{4459FF6A-C502-51A9-A42D-83BF0A238E48}" dt="2026-01-24T18:16:23.527" v="176" actId="207"/>
          <ac:spMkLst>
            <pc:docMk/>
            <pc:sldMk cId="2251251862" sldId="256"/>
            <ac:spMk id="6" creationId="{5B7E7512-96F9-6EF0-545F-0FF759A9A7FA}"/>
          </ac:spMkLst>
        </pc:spChg>
        <pc:spChg chg="add mod">
          <ac:chgData name="Stone, Caleb M." userId="d2ede74c-0d08-47e5-ac7f-16571343eed9" providerId="ADAL" clId="{4459FF6A-C502-51A9-A42D-83BF0A238E48}" dt="2026-01-24T22:28:01.900" v="373" actId="1076"/>
          <ac:spMkLst>
            <pc:docMk/>
            <pc:sldMk cId="2251251862" sldId="256"/>
            <ac:spMk id="7" creationId="{40C02356-DC28-CDC2-D04B-2BEDEF744162}"/>
          </ac:spMkLst>
        </pc:spChg>
        <pc:spChg chg="mod">
          <ac:chgData name="Stone, Caleb M." userId="d2ede74c-0d08-47e5-ac7f-16571343eed9" providerId="ADAL" clId="{4459FF6A-C502-51A9-A42D-83BF0A238E48}" dt="2026-01-25T01:28:02.425" v="2025" actId="1076"/>
          <ac:spMkLst>
            <pc:docMk/>
            <pc:sldMk cId="2251251862" sldId="256"/>
            <ac:spMk id="9" creationId="{DE8D86CF-7172-9E9D-F0AF-918C8BD7E187}"/>
          </ac:spMkLst>
        </pc:spChg>
        <pc:spChg chg="mod">
          <ac:chgData name="Stone, Caleb M." userId="d2ede74c-0d08-47e5-ac7f-16571343eed9" providerId="ADAL" clId="{4459FF6A-C502-51A9-A42D-83BF0A238E48}" dt="2026-01-25T02:45:21.433" v="2408" actId="20577"/>
          <ac:spMkLst>
            <pc:docMk/>
            <pc:sldMk cId="2251251862" sldId="256"/>
            <ac:spMk id="10" creationId="{00000000-0000-0000-0000-000000000000}"/>
          </ac:spMkLst>
        </pc:spChg>
        <pc:spChg chg="mod">
          <ac:chgData name="Stone, Caleb M." userId="d2ede74c-0d08-47e5-ac7f-16571343eed9" providerId="ADAL" clId="{4459FF6A-C502-51A9-A42D-83BF0A238E48}" dt="2026-01-25T02:45:30.279" v="2410" actId="1076"/>
          <ac:spMkLst>
            <pc:docMk/>
            <pc:sldMk cId="2251251862" sldId="256"/>
            <ac:spMk id="11" creationId="{00000000-0000-0000-0000-000000000000}"/>
          </ac:spMkLst>
        </pc:spChg>
        <pc:spChg chg="del">
          <ac:chgData name="Stone, Caleb M." userId="d2ede74c-0d08-47e5-ac7f-16571343eed9" providerId="ADAL" clId="{4459FF6A-C502-51A9-A42D-83BF0A238E48}" dt="2026-01-25T01:27:48.397" v="2023" actId="478"/>
          <ac:spMkLst>
            <pc:docMk/>
            <pc:sldMk cId="2251251862" sldId="256"/>
            <ac:spMk id="12" creationId="{00000000-0000-0000-0000-000000000000}"/>
          </ac:spMkLst>
        </pc:spChg>
        <pc:spChg chg="del mod">
          <ac:chgData name="Stone, Caleb M." userId="d2ede74c-0d08-47e5-ac7f-16571343eed9" providerId="ADAL" clId="{4459FF6A-C502-51A9-A42D-83BF0A238E48}" dt="2026-01-25T01:27:52.758" v="2024" actId="478"/>
          <ac:spMkLst>
            <pc:docMk/>
            <pc:sldMk cId="2251251862" sldId="256"/>
            <ac:spMk id="13" creationId="{00000000-0000-0000-0000-000000000000}"/>
          </ac:spMkLst>
        </pc:spChg>
        <pc:spChg chg="mod">
          <ac:chgData name="Stone, Caleb M." userId="d2ede74c-0d08-47e5-ac7f-16571343eed9" providerId="ADAL" clId="{4459FF6A-C502-51A9-A42D-83BF0A238E48}" dt="2026-01-25T02:02:03.086" v="2397" actId="20577"/>
          <ac:spMkLst>
            <pc:docMk/>
            <pc:sldMk cId="2251251862" sldId="256"/>
            <ac:spMk id="15" creationId="{4C4615BC-A1D8-65E5-9A01-23A3FA144C3C}"/>
          </ac:spMkLst>
        </pc:spChg>
        <pc:spChg chg="add mod">
          <ac:chgData name="Stone, Caleb M." userId="d2ede74c-0d08-47e5-ac7f-16571343eed9" providerId="ADAL" clId="{4459FF6A-C502-51A9-A42D-83BF0A238E48}" dt="2026-01-25T02:02:26.592" v="2403" actId="1076"/>
          <ac:spMkLst>
            <pc:docMk/>
            <pc:sldMk cId="2251251862" sldId="256"/>
            <ac:spMk id="18" creationId="{F48F9905-FD1B-8DA5-9BB8-016F2656E57F}"/>
          </ac:spMkLst>
        </pc:spChg>
        <pc:spChg chg="mod">
          <ac:chgData name="Stone, Caleb M." userId="d2ede74c-0d08-47e5-ac7f-16571343eed9" providerId="ADAL" clId="{4459FF6A-C502-51A9-A42D-83BF0A238E48}" dt="2026-01-24T18:16:26.266" v="177" actId="207"/>
          <ac:spMkLst>
            <pc:docMk/>
            <pc:sldMk cId="2251251862" sldId="256"/>
            <ac:spMk id="24" creationId="{00000000-0000-0000-0000-000000000000}"/>
          </ac:spMkLst>
        </pc:spChg>
        <pc:spChg chg="add del">
          <ac:chgData name="Stone, Caleb M." userId="d2ede74c-0d08-47e5-ac7f-16571343eed9" providerId="ADAL" clId="{4459FF6A-C502-51A9-A42D-83BF0A238E48}" dt="2026-01-25T01:21:09.094" v="1961" actId="478"/>
          <ac:spMkLst>
            <pc:docMk/>
            <pc:sldMk cId="2251251862" sldId="256"/>
            <ac:spMk id="30" creationId="{4BAA1BE8-8FB2-5BEB-FAB5-1BFB00954E31}"/>
          </ac:spMkLst>
        </pc:spChg>
        <pc:spChg chg="del">
          <ac:chgData name="Stone, Caleb M." userId="d2ede74c-0d08-47e5-ac7f-16571343eed9" providerId="ADAL" clId="{4459FF6A-C502-51A9-A42D-83BF0A238E48}" dt="2026-01-25T01:06:49.329" v="1502" actId="478"/>
          <ac:spMkLst>
            <pc:docMk/>
            <pc:sldMk cId="2251251862" sldId="256"/>
            <ac:spMk id="31" creationId="{0F301E6E-C8B5-94AA-937F-3C08EFA2763F}"/>
          </ac:spMkLst>
        </pc:spChg>
        <pc:spChg chg="mod">
          <ac:chgData name="Stone, Caleb M." userId="d2ede74c-0d08-47e5-ac7f-16571343eed9" providerId="ADAL" clId="{4459FF6A-C502-51A9-A42D-83BF0A238E48}" dt="2026-01-24T18:09:09.611" v="12" actId="313"/>
          <ac:spMkLst>
            <pc:docMk/>
            <pc:sldMk cId="2251251862" sldId="256"/>
            <ac:spMk id="32" creationId="{00000000-0000-0000-0000-000000000000}"/>
          </ac:spMkLst>
        </pc:spChg>
        <pc:spChg chg="mod">
          <ac:chgData name="Stone, Caleb M." userId="d2ede74c-0d08-47e5-ac7f-16571343eed9" providerId="ADAL" clId="{4459FF6A-C502-51A9-A42D-83BF0A238E48}" dt="2026-01-25T02:45:35.051" v="2411" actId="1076"/>
          <ac:spMkLst>
            <pc:docMk/>
            <pc:sldMk cId="2251251862" sldId="256"/>
            <ac:spMk id="33" creationId="{00000000-0000-0000-0000-000000000000}"/>
          </ac:spMkLst>
        </pc:spChg>
        <pc:spChg chg="del mod">
          <ac:chgData name="Stone, Caleb M." userId="d2ede74c-0d08-47e5-ac7f-16571343eed9" providerId="ADAL" clId="{4459FF6A-C502-51A9-A42D-83BF0A238E48}" dt="2026-01-25T01:27:52.758" v="2024" actId="478"/>
          <ac:spMkLst>
            <pc:docMk/>
            <pc:sldMk cId="2251251862" sldId="256"/>
            <ac:spMk id="34" creationId="{00000000-0000-0000-0000-000000000000}"/>
          </ac:spMkLst>
        </pc:spChg>
        <pc:spChg chg="del">
          <ac:chgData name="Stone, Caleb M." userId="d2ede74c-0d08-47e5-ac7f-16571343eed9" providerId="ADAL" clId="{4459FF6A-C502-51A9-A42D-83BF0A238E48}" dt="2026-01-25T01:27:48.397" v="2023" actId="478"/>
          <ac:spMkLst>
            <pc:docMk/>
            <pc:sldMk cId="2251251862" sldId="256"/>
            <ac:spMk id="35" creationId="{00000000-0000-0000-0000-000000000000}"/>
          </ac:spMkLst>
        </pc:spChg>
        <pc:spChg chg="mod">
          <ac:chgData name="Stone, Caleb M." userId="d2ede74c-0d08-47e5-ac7f-16571343eed9" providerId="ADAL" clId="{4459FF6A-C502-51A9-A42D-83BF0A238E48}" dt="2026-01-25T01:54:37.062" v="2034" actId="1076"/>
          <ac:spMkLst>
            <pc:docMk/>
            <pc:sldMk cId="2251251862" sldId="256"/>
            <ac:spMk id="36" creationId="{00000000-0000-0000-0000-000000000000}"/>
          </ac:spMkLst>
        </pc:spChg>
        <pc:spChg chg="del mod">
          <ac:chgData name="Stone, Caleb M." userId="d2ede74c-0d08-47e5-ac7f-16571343eed9" providerId="ADAL" clId="{4459FF6A-C502-51A9-A42D-83BF0A238E48}" dt="2026-01-25T01:06:46.735" v="1501" actId="478"/>
          <ac:spMkLst>
            <pc:docMk/>
            <pc:sldMk cId="2251251862" sldId="256"/>
            <ac:spMk id="37" creationId="{64DBBD08-93EE-86FD-F778-1589C206A7AB}"/>
          </ac:spMkLst>
        </pc:spChg>
        <pc:spChg chg="mod">
          <ac:chgData name="Stone, Caleb M." userId="d2ede74c-0d08-47e5-ac7f-16571343eed9" providerId="ADAL" clId="{4459FF6A-C502-51A9-A42D-83BF0A238E48}" dt="2026-01-25T03:05:31.206" v="3311" actId="14100"/>
          <ac:spMkLst>
            <pc:docMk/>
            <pc:sldMk cId="2251251862" sldId="256"/>
            <ac:spMk id="38" creationId="{FE3CA05A-D740-7A4E-BBA1-57B3FE2DF172}"/>
          </ac:spMkLst>
        </pc:spChg>
        <pc:spChg chg="mod">
          <ac:chgData name="Stone, Caleb M." userId="d2ede74c-0d08-47e5-ac7f-16571343eed9" providerId="ADAL" clId="{4459FF6A-C502-51A9-A42D-83BF0A238E48}" dt="2026-01-25T03:05:26.131" v="3310" actId="14100"/>
          <ac:spMkLst>
            <pc:docMk/>
            <pc:sldMk cId="2251251862" sldId="256"/>
            <ac:spMk id="39" creationId="{1D1282C9-9D89-323F-4F2E-AF1779412EB2}"/>
          </ac:spMkLst>
        </pc:spChg>
        <pc:spChg chg="add del mod">
          <ac:chgData name="Stone, Caleb M." userId="d2ede74c-0d08-47e5-ac7f-16571343eed9" providerId="ADAL" clId="{4459FF6A-C502-51A9-A42D-83BF0A238E48}" dt="2026-01-25T01:21:25.027" v="1967"/>
          <ac:spMkLst>
            <pc:docMk/>
            <pc:sldMk cId="2251251862" sldId="256"/>
            <ac:spMk id="42" creationId="{DCBB0FF5-D68E-54AB-D287-EE313BD7D37C}"/>
          </ac:spMkLst>
        </pc:spChg>
        <pc:spChg chg="add mod">
          <ac:chgData name="Stone, Caleb M." userId="d2ede74c-0d08-47e5-ac7f-16571343eed9" providerId="ADAL" clId="{4459FF6A-C502-51A9-A42D-83BF0A238E48}" dt="2026-01-25T02:49:45.750" v="2544" actId="20577"/>
          <ac:spMkLst>
            <pc:docMk/>
            <pc:sldMk cId="2251251862" sldId="256"/>
            <ac:spMk id="50" creationId="{1754C94C-FA91-A2CE-3A62-74FAA63F620A}"/>
          </ac:spMkLst>
        </pc:spChg>
        <pc:spChg chg="add mod">
          <ac:chgData name="Stone, Caleb M." userId="d2ede74c-0d08-47e5-ac7f-16571343eed9" providerId="ADAL" clId="{4459FF6A-C502-51A9-A42D-83BF0A238E48}" dt="2026-01-25T02:58:35.751" v="2909" actId="20577"/>
          <ac:spMkLst>
            <pc:docMk/>
            <pc:sldMk cId="2251251862" sldId="256"/>
            <ac:spMk id="51" creationId="{5477DF1C-4858-3A44-8A93-4E8593B4CE62}"/>
          </ac:spMkLst>
        </pc:spChg>
        <pc:spChg chg="add mod">
          <ac:chgData name="Stone, Caleb M." userId="d2ede74c-0d08-47e5-ac7f-16571343eed9" providerId="ADAL" clId="{4459FF6A-C502-51A9-A42D-83BF0A238E48}" dt="2026-01-25T02:56:53.228" v="2813" actId="20577"/>
          <ac:spMkLst>
            <pc:docMk/>
            <pc:sldMk cId="2251251862" sldId="256"/>
            <ac:spMk id="52" creationId="{A837C4EC-2182-2FA5-B1D4-EDFF6A3688F4}"/>
          </ac:spMkLst>
        </pc:spChg>
        <pc:spChg chg="add mod">
          <ac:chgData name="Stone, Caleb M." userId="d2ede74c-0d08-47e5-ac7f-16571343eed9" providerId="ADAL" clId="{4459FF6A-C502-51A9-A42D-83BF0A238E48}" dt="2026-01-25T02:58:25.313" v="2884" actId="20577"/>
          <ac:spMkLst>
            <pc:docMk/>
            <pc:sldMk cId="2251251862" sldId="256"/>
            <ac:spMk id="53" creationId="{C8830F23-0F42-A86D-E9FA-E851ADD3B4ED}"/>
          </ac:spMkLst>
        </pc:spChg>
        <pc:spChg chg="add mod">
          <ac:chgData name="Stone, Caleb M." userId="d2ede74c-0d08-47e5-ac7f-16571343eed9" providerId="ADAL" clId="{4459FF6A-C502-51A9-A42D-83BF0A238E48}" dt="2026-01-25T03:00:55.454" v="3023" actId="20577"/>
          <ac:spMkLst>
            <pc:docMk/>
            <pc:sldMk cId="2251251862" sldId="256"/>
            <ac:spMk id="54" creationId="{B9070906-346A-302F-E89E-65977FF4BD23}"/>
          </ac:spMkLst>
        </pc:spChg>
        <pc:spChg chg="add mod">
          <ac:chgData name="Stone, Caleb M." userId="d2ede74c-0d08-47e5-ac7f-16571343eed9" providerId="ADAL" clId="{4459FF6A-C502-51A9-A42D-83BF0A238E48}" dt="2026-01-25T03:06:03.146" v="3367" actId="20577"/>
          <ac:spMkLst>
            <pc:docMk/>
            <pc:sldMk cId="2251251862" sldId="256"/>
            <ac:spMk id="55" creationId="{8239BCD0-D919-653E-3FFB-F8B070AA83FB}"/>
          </ac:spMkLst>
        </pc:spChg>
        <pc:spChg chg="add mod">
          <ac:chgData name="Stone, Caleb M." userId="d2ede74c-0d08-47e5-ac7f-16571343eed9" providerId="ADAL" clId="{4459FF6A-C502-51A9-A42D-83BF0A238E48}" dt="2026-01-25T03:04:01.216" v="3200" actId="20577"/>
          <ac:spMkLst>
            <pc:docMk/>
            <pc:sldMk cId="2251251862" sldId="256"/>
            <ac:spMk id="57" creationId="{94D33434-68E9-4B02-7B49-783E02F81C0A}"/>
          </ac:spMkLst>
        </pc:spChg>
        <pc:picChg chg="del">
          <ac:chgData name="Stone, Caleb M." userId="d2ede74c-0d08-47e5-ac7f-16571343eed9" providerId="ADAL" clId="{4459FF6A-C502-51A9-A42D-83BF0A238E48}" dt="2026-01-24T21:44:33.737" v="371" actId="478"/>
          <ac:picMkLst>
            <pc:docMk/>
            <pc:sldMk cId="2251251862" sldId="256"/>
            <ac:picMk id="2" creationId="{32D9F5C1-8565-68C0-05E1-9DCB8041A61C}"/>
          </ac:picMkLst>
        </pc:picChg>
        <pc:picChg chg="add del mod">
          <ac:chgData name="Stone, Caleb M." userId="d2ede74c-0d08-47e5-ac7f-16571343eed9" providerId="ADAL" clId="{4459FF6A-C502-51A9-A42D-83BF0A238E48}" dt="2026-01-25T00:24:58.919" v="425" actId="478"/>
          <ac:picMkLst>
            <pc:docMk/>
            <pc:sldMk cId="2251251862" sldId="256"/>
            <ac:picMk id="14" creationId="{B1D3373D-5E23-CAC1-363D-F5CFAF36D23B}"/>
          </ac:picMkLst>
        </pc:picChg>
        <pc:picChg chg="add mod">
          <ac:chgData name="Stone, Caleb M." userId="d2ede74c-0d08-47e5-ac7f-16571343eed9" providerId="ADAL" clId="{4459FF6A-C502-51A9-A42D-83BF0A238E48}" dt="2026-01-25T02:02:13.197" v="2400" actId="1076"/>
          <ac:picMkLst>
            <pc:docMk/>
            <pc:sldMk cId="2251251862" sldId="256"/>
            <ac:picMk id="17" creationId="{09315F2E-BD24-2795-B061-AA3C8E63E443}"/>
          </ac:picMkLst>
        </pc:picChg>
        <pc:picChg chg="add del mod">
          <ac:chgData name="Stone, Caleb M." userId="d2ede74c-0d08-47e5-ac7f-16571343eed9" providerId="ADAL" clId="{4459FF6A-C502-51A9-A42D-83BF0A238E48}" dt="2026-01-25T01:19:10.344" v="1934" actId="478"/>
          <ac:picMkLst>
            <pc:docMk/>
            <pc:sldMk cId="2251251862" sldId="256"/>
            <ac:picMk id="20" creationId="{6A35656D-A7E3-E507-849D-2B7864D9FD75}"/>
          </ac:picMkLst>
        </pc:picChg>
        <pc:picChg chg="add del mod">
          <ac:chgData name="Stone, Caleb M." userId="d2ede74c-0d08-47e5-ac7f-16571343eed9" providerId="ADAL" clId="{4459FF6A-C502-51A9-A42D-83BF0A238E48}" dt="2026-01-25T01:19:35.445" v="1943" actId="478"/>
          <ac:picMkLst>
            <pc:docMk/>
            <pc:sldMk cId="2251251862" sldId="256"/>
            <ac:picMk id="22" creationId="{13205AF2-76AF-4961-0D74-362427E8B885}"/>
          </ac:picMkLst>
        </pc:picChg>
        <pc:picChg chg="add mod">
          <ac:chgData name="Stone, Caleb M." userId="d2ede74c-0d08-47e5-ac7f-16571343eed9" providerId="ADAL" clId="{4459FF6A-C502-51A9-A42D-83BF0A238E48}" dt="2026-01-25T01:20:02.813" v="1951" actId="1076"/>
          <ac:picMkLst>
            <pc:docMk/>
            <pc:sldMk cId="2251251862" sldId="256"/>
            <ac:picMk id="26" creationId="{2DF77AAC-21B8-2CCC-26D9-97BD2A844342}"/>
          </ac:picMkLst>
        </pc:picChg>
        <pc:picChg chg="add mod">
          <ac:chgData name="Stone, Caleb M." userId="d2ede74c-0d08-47e5-ac7f-16571343eed9" providerId="ADAL" clId="{4459FF6A-C502-51A9-A42D-83BF0A238E48}" dt="2026-01-25T01:20:00.334" v="1950" actId="1076"/>
          <ac:picMkLst>
            <pc:docMk/>
            <pc:sldMk cId="2251251862" sldId="256"/>
            <ac:picMk id="28" creationId="{D5096A48-2EA7-18C4-775D-C9BE411666E0}"/>
          </ac:picMkLst>
        </pc:picChg>
        <pc:picChg chg="add mod">
          <ac:chgData name="Stone, Caleb M." userId="d2ede74c-0d08-47e5-ac7f-16571343eed9" providerId="ADAL" clId="{4459FF6A-C502-51A9-A42D-83BF0A238E48}" dt="2026-01-25T02:54:56.440" v="2715" actId="1076"/>
          <ac:picMkLst>
            <pc:docMk/>
            <pc:sldMk cId="2251251862" sldId="256"/>
            <ac:picMk id="43" creationId="{BAD41DA3-1FC2-22ED-F85F-5F706381E993}"/>
          </ac:picMkLst>
        </pc:picChg>
        <pc:picChg chg="add mod">
          <ac:chgData name="Stone, Caleb M." userId="d2ede74c-0d08-47e5-ac7f-16571343eed9" providerId="ADAL" clId="{4459FF6A-C502-51A9-A42D-83BF0A238E48}" dt="2026-01-25T02:54:56.440" v="2715" actId="1076"/>
          <ac:picMkLst>
            <pc:docMk/>
            <pc:sldMk cId="2251251862" sldId="256"/>
            <ac:picMk id="44" creationId="{3C15E539-EF4D-269E-10E5-418EFD07A88B}"/>
          </ac:picMkLst>
        </pc:picChg>
        <pc:picChg chg="add mod">
          <ac:chgData name="Stone, Caleb M." userId="d2ede74c-0d08-47e5-ac7f-16571343eed9" providerId="ADAL" clId="{4459FF6A-C502-51A9-A42D-83BF0A238E48}" dt="2026-01-25T02:54:56.440" v="2715" actId="1076"/>
          <ac:picMkLst>
            <pc:docMk/>
            <pc:sldMk cId="2251251862" sldId="256"/>
            <ac:picMk id="45" creationId="{F9308E28-5B7E-5316-469F-EC07BE7117AF}"/>
          </ac:picMkLst>
        </pc:picChg>
        <pc:picChg chg="add del mod">
          <ac:chgData name="Stone, Caleb M." userId="d2ede74c-0d08-47e5-ac7f-16571343eed9" providerId="ADAL" clId="{4459FF6A-C502-51A9-A42D-83BF0A238E48}" dt="2026-01-25T01:22:48.843" v="1981" actId="478"/>
          <ac:picMkLst>
            <pc:docMk/>
            <pc:sldMk cId="2251251862" sldId="256"/>
            <ac:picMk id="46" creationId="{3B2BC861-4D44-9582-E498-3F812C988B64}"/>
          </ac:picMkLst>
        </pc:picChg>
        <pc:picChg chg="add mod">
          <ac:chgData name="Stone, Caleb M." userId="d2ede74c-0d08-47e5-ac7f-16571343eed9" providerId="ADAL" clId="{4459FF6A-C502-51A9-A42D-83BF0A238E48}" dt="2026-01-25T02:54:56.440" v="2715" actId="1076"/>
          <ac:picMkLst>
            <pc:docMk/>
            <pc:sldMk cId="2251251862" sldId="256"/>
            <ac:picMk id="47" creationId="{B751250F-DC68-DDB9-B8AF-F4EAC48856D2}"/>
          </ac:picMkLst>
        </pc:picChg>
        <pc:picChg chg="add mod">
          <ac:chgData name="Stone, Caleb M." userId="d2ede74c-0d08-47e5-ac7f-16571343eed9" providerId="ADAL" clId="{4459FF6A-C502-51A9-A42D-83BF0A238E48}" dt="2026-01-25T02:54:56.440" v="2715" actId="1076"/>
          <ac:picMkLst>
            <pc:docMk/>
            <pc:sldMk cId="2251251862" sldId="256"/>
            <ac:picMk id="48" creationId="{2ED2257C-6D64-1C89-F7F9-CB2DA7D39992}"/>
          </ac:picMkLst>
        </pc:picChg>
        <pc:picChg chg="add mod">
          <ac:chgData name="Stone, Caleb M." userId="d2ede74c-0d08-47e5-ac7f-16571343eed9" providerId="ADAL" clId="{4459FF6A-C502-51A9-A42D-83BF0A238E48}" dt="2026-01-25T02:54:56.440" v="2715" actId="1076"/>
          <ac:picMkLst>
            <pc:docMk/>
            <pc:sldMk cId="2251251862" sldId="256"/>
            <ac:picMk id="49" creationId="{B448BFF1-72C3-5B2B-12C2-5ADEFA43C79B}"/>
          </ac:picMkLst>
        </pc:picChg>
        <pc:picChg chg="del">
          <ac:chgData name="Stone, Caleb M." userId="d2ede74c-0d08-47e5-ac7f-16571343eed9" providerId="ADAL" clId="{4459FF6A-C502-51A9-A42D-83BF0A238E48}" dt="2026-01-25T01:20:59.175" v="1957" actId="478"/>
          <ac:picMkLst>
            <pc:docMk/>
            <pc:sldMk cId="2251251862" sldId="256"/>
            <ac:picMk id="56" creationId="{A1F6A119-1D74-5BF3-4AD7-741C3B88E0E2}"/>
          </ac:picMkLst>
        </pc:picChg>
        <pc:picChg chg="del">
          <ac:chgData name="Stone, Caleb M." userId="d2ede74c-0d08-47e5-ac7f-16571343eed9" providerId="ADAL" clId="{4459FF6A-C502-51A9-A42D-83BF0A238E48}" dt="2026-01-25T01:20:54.041" v="1954" actId="478"/>
          <ac:picMkLst>
            <pc:docMk/>
            <pc:sldMk cId="2251251862" sldId="256"/>
            <ac:picMk id="59" creationId="{6A3BD79C-F8EB-318D-9BFD-B7AE42E9E6A1}"/>
          </ac:picMkLst>
        </pc:picChg>
        <pc:picChg chg="del">
          <ac:chgData name="Stone, Caleb M." userId="d2ede74c-0d08-47e5-ac7f-16571343eed9" providerId="ADAL" clId="{4459FF6A-C502-51A9-A42D-83BF0A238E48}" dt="2026-01-25T01:20:57.412" v="1956" actId="478"/>
          <ac:picMkLst>
            <pc:docMk/>
            <pc:sldMk cId="2251251862" sldId="256"/>
            <ac:picMk id="60" creationId="{EF926703-35E4-F6F2-2553-B1807BEA92D3}"/>
          </ac:picMkLst>
        </pc:picChg>
        <pc:picChg chg="del">
          <ac:chgData name="Stone, Caleb M." userId="d2ede74c-0d08-47e5-ac7f-16571343eed9" providerId="ADAL" clId="{4459FF6A-C502-51A9-A42D-83BF0A238E48}" dt="2026-01-25T01:20:55.608" v="1955" actId="478"/>
          <ac:picMkLst>
            <pc:docMk/>
            <pc:sldMk cId="2251251862" sldId="256"/>
            <ac:picMk id="61" creationId="{4B662FFB-C336-09FB-A84C-141F55845967}"/>
          </ac:picMkLst>
        </pc:picChg>
        <pc:picChg chg="del">
          <ac:chgData name="Stone, Caleb M." userId="d2ede74c-0d08-47e5-ac7f-16571343eed9" providerId="ADAL" clId="{4459FF6A-C502-51A9-A42D-83BF0A238E48}" dt="2026-01-25T01:20:52.286" v="1953" actId="478"/>
          <ac:picMkLst>
            <pc:docMk/>
            <pc:sldMk cId="2251251862" sldId="256"/>
            <ac:picMk id="62" creationId="{DDB59DD1-281F-D964-3329-8F4C14323174}"/>
          </ac:picMkLst>
        </pc:picChg>
        <pc:picChg chg="del mod">
          <ac:chgData name="Stone, Caleb M." userId="d2ede74c-0d08-47e5-ac7f-16571343eed9" providerId="ADAL" clId="{4459FF6A-C502-51A9-A42D-83BF0A238E48}" dt="2026-01-25T01:21:00.833" v="1959" actId="478"/>
          <ac:picMkLst>
            <pc:docMk/>
            <pc:sldMk cId="2251251862" sldId="256"/>
            <ac:picMk id="63" creationId="{ACE64F4A-0024-B387-16D9-9F0C8B73C8A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E407C-7742-4318-B419-A7B9E5C9E19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320D2-35F9-4C33-9AF5-DAD7F167D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57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5548B-4808-4F50-BE34-D653B70E2A2B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509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473575"/>
            <a:ext cx="55054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87C8B-3AEA-4B4B-840F-4CBF7520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8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952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AA2320-7051-4086-BE30-05F3CED9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B6650-51D1-4FB7-8D77-2EAACEEAD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0E7C8-7FF9-4C9C-8025-3CCF1F5801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1/24/26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26B8D-9A00-4784-BBA0-627D012CA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72DF0-F4C0-44E8-9F72-FFC4534F3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6B75E9-20AF-4508-B0B1-37EB62C7573F}"/>
              </a:ext>
            </a:extLst>
          </p:cNvPr>
          <p:cNvSpPr/>
          <p:nvPr userDrawn="1"/>
        </p:nvSpPr>
        <p:spPr>
          <a:xfrm>
            <a:off x="43159680" y="0"/>
            <a:ext cx="731520" cy="32918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08E2B7-FD7C-4917-9116-BC481670380D}"/>
              </a:ext>
            </a:extLst>
          </p:cNvPr>
          <p:cNvSpPr/>
          <p:nvPr userDrawn="1"/>
        </p:nvSpPr>
        <p:spPr>
          <a:xfrm>
            <a:off x="-3" y="0"/>
            <a:ext cx="731520" cy="32918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59857-EC20-4725-9729-C46C2B82E67B}"/>
              </a:ext>
            </a:extLst>
          </p:cNvPr>
          <p:cNvSpPr/>
          <p:nvPr userDrawn="1"/>
        </p:nvSpPr>
        <p:spPr>
          <a:xfrm>
            <a:off x="0" y="0"/>
            <a:ext cx="43891200" cy="411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01061-EB55-4BDA-9715-6B258A79D235}"/>
              </a:ext>
            </a:extLst>
          </p:cNvPr>
          <p:cNvSpPr/>
          <p:nvPr userDrawn="1"/>
        </p:nvSpPr>
        <p:spPr>
          <a:xfrm>
            <a:off x="0" y="28803600"/>
            <a:ext cx="43891200" cy="411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E37D2B-E2A9-420A-AA43-8831BDD464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0" y="32613600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9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8000" b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60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hyperlink" Target="mailto:Vidhyashree.Nagaraju@erau.edu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8534400" y="-368545"/>
            <a:ext cx="28422600" cy="2908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37" tIns="342842" rIns="137137" bIns="342842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Hybrid LLM-SRGM Framework for AI-Enabled Reliability Assessment in Safety-Critical Software Systems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8229600" y="2239679"/>
            <a:ext cx="274320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37" tIns="137137" rIns="137137" bIns="137137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Vidhyashree Nagaraju, Shrenik Jadhav, Caleb Stone</a:t>
            </a:r>
            <a:endParaRPr lang="en-US" sz="3600" baseline="3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Engineering and Computer Science</a:t>
            </a:r>
          </a:p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Embry Riddle Aeronautical University, Daytona Beach, FL USA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6881" y="29870400"/>
            <a:ext cx="6827519" cy="1546565"/>
          </a:xfrm>
          <a:prstGeom prst="rect">
            <a:avLst/>
          </a:prstGeom>
          <a:noFill/>
        </p:spPr>
        <p:txBody>
          <a:bodyPr wrap="square" lIns="68568" tIns="34284" rIns="68568" bIns="34284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Vidhyashree Nagaraju</a:t>
            </a:r>
          </a:p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Vidhyashree.Nagaraju@erau.edu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(386) 226-6455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06880" y="29146502"/>
            <a:ext cx="1528279" cy="561680"/>
          </a:xfrm>
          <a:prstGeom prst="rect">
            <a:avLst/>
          </a:prstGeom>
          <a:noFill/>
        </p:spPr>
        <p:txBody>
          <a:bodyPr wrap="none" lIns="68568" tIns="34284" rIns="68568" bIns="34284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463040" y="5486400"/>
            <a:ext cx="13167360" cy="17512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and predicting software faults remain critical challenges in aerospace systems, where even small defects can lead to mission-critical failures.</a:t>
            </a:r>
          </a:p>
          <a:p>
            <a:pPr algn="just" eaLnBrk="1" hangingPunct="1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Reliability Growth Models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(SRGMs) such as Non-Homogeneous Poisson Process (NHPP) models estimate fault detection trends using only numerical counts, overlooking contextual information in test logs and anomaly reports.</a:t>
            </a:r>
          </a:p>
          <a:p>
            <a:pPr algn="just" eaLnBrk="1" hangingPunct="1">
              <a:spcBef>
                <a:spcPts val="600"/>
              </a:spcBef>
            </a:pPr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 Gaps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 in DO-178C, MIL-STD-882E, and NASA-STD-8739.8 which require rigorous verification and validation of software defect monitoring, yet they do not have any methods for quantifying software reliability.</a:t>
            </a:r>
          </a:p>
          <a:p>
            <a:pPr algn="just" eaLnBrk="1" hangingPunct="1">
              <a:spcBef>
                <a:spcPts val="600"/>
              </a:spcBef>
            </a:pPr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(LLMs) can extract insight from these unstructured sources identifying severity, subsystem, and fix complexity to reveal fault patterns invisible to classical SRGMs.</a:t>
            </a:r>
          </a:p>
          <a:p>
            <a:pPr algn="just" eaLnBrk="1" hangingPunct="1">
              <a:spcBef>
                <a:spcPts val="600"/>
              </a:spcBef>
            </a:pPr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120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hybrid framework that integrates LLM-based fault analysis with SRGM-based failure prediction to enhance reliability assessment in aerospace software.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framework allows models to become “context-aware” rather than purely count driven.</a:t>
            </a:r>
          </a:p>
          <a:p>
            <a:pPr algn="just" eaLnBrk="1" hangingPunct="1"/>
            <a:endParaRPr lang="en-US" sz="36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sz="36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sz="36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463040" y="4754880"/>
            <a:ext cx="13167360" cy="7315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18766626"/>
            <a:ext cx="13167360" cy="7315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677669" y="4806183"/>
            <a:ext cx="13167360" cy="7315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Results (Synthetic Data Demonstration)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190"/>
              <p:cNvSpPr txBox="1">
                <a:spLocks noChangeArrowheads="1"/>
              </p:cNvSpPr>
              <p:nvPr/>
            </p:nvSpPr>
            <p:spPr bwMode="auto">
              <a:xfrm>
                <a:off x="1463040" y="19498146"/>
                <a:ext cx="13167360" cy="865828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 wrap="square" lIns="137137" tIns="137137" rIns="137137" bIns="137137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just"/>
                <a:r>
                  <a:rPr lang="en-US" sz="36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NHPP SRGM </a:t>
                </a:r>
                <a:r>
                  <a:rPr 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- is a stochastic counting process that models the cumulative number of unique software faults detected by time </a:t>
                </a:r>
                <a14:m>
                  <m:oMath xmlns:m="http://schemas.openxmlformats.org/officeDocument/2006/math">
                    <m:r>
                      <a:rPr lang="en-US" sz="3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. This process is characterized by its mean value function (MVF)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algn="just"/>
                <a:r>
                  <a:rPr 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3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denotes the expected number of unique faults that would be discovered with indefinite testing and </a:t>
                </a:r>
                <a14:m>
                  <m:oMath xmlns:m="http://schemas.openxmlformats.org/officeDocument/2006/math">
                    <m:r>
                      <a:rPr lang="en-US" sz="3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is the cumulative distribution function.</a:t>
                </a:r>
              </a:p>
              <a:p>
                <a:pPr algn="just"/>
                <a:r>
                  <a:rPr 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 widely used formulation is the Goel-Okumoto (GO) model with mean value function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6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algn="just"/>
                <a:r>
                  <a:rPr 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is the fault detection rate.</a:t>
                </a:r>
              </a:p>
              <a:p>
                <a:pPr algn="just"/>
                <a:endParaRPr lang="en-US" sz="36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algn="just"/>
                <a:r>
                  <a:rPr lang="en-US" sz="36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LLM-Augmented SRGM</a:t>
                </a:r>
                <a:r>
                  <a:rPr lang="en-US" sz="3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: Semantic attributes derived from text are incorporated as covariates, producing context-aware reliability growth curves that reflect subsystem-specific fault dynamics. </a:t>
                </a:r>
              </a:p>
            </p:txBody>
          </p:sp>
        </mc:Choice>
        <mc:Fallback>
          <p:sp>
            <p:nvSpPr>
              <p:cNvPr id="11" name="Text Box 1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3040" y="19498146"/>
                <a:ext cx="13167360" cy="8658286"/>
              </a:xfrm>
              <a:prstGeom prst="rect">
                <a:avLst/>
              </a:prstGeom>
              <a:blipFill>
                <a:blip r:embed="rId3"/>
                <a:stretch>
                  <a:fillRect l="-962" r="-1059" b="-439"/>
                </a:stretch>
              </a:blip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E8D86CF-7172-9E9D-F0AF-918C8BD7E187}"/>
              </a:ext>
            </a:extLst>
          </p:cNvPr>
          <p:cNvSpPr/>
          <p:nvPr/>
        </p:nvSpPr>
        <p:spPr>
          <a:xfrm>
            <a:off x="15503901" y="4754880"/>
            <a:ext cx="13304520" cy="7315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5" name="Text Box 190">
            <a:extLst>
              <a:ext uri="{FF2B5EF4-FFF2-40B4-BE49-F238E27FC236}">
                <a16:creationId xmlns:a16="http://schemas.microsoft.com/office/drawing/2014/main" id="{4C4615BC-A1D8-65E5-9A01-23A3FA144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3901" y="5500078"/>
            <a:ext cx="13319760" cy="2022087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Conceptual Pipeline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Engineering Artifacts: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begins by ingesting large amounts of raw engineering data which is often excluded from traditional modeling.</a:t>
            </a: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LLM-Based Semantic Feature Extraction: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utilized GPT-4 Turbo to analyze and process the artifacts and extract eight different semantic attributes.</a:t>
            </a: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Semantic Attribute Set: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semantic attributes are combined into a singular vector that is ready for mathematical modeling.</a:t>
            </a: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Reliability Growth Assessment: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the semantic feature vector into a standard Non-Homogeneous Poisson Process (NHPP) model.</a:t>
            </a: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Analysis: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the model is shown as a reliability analysis for the given software.</a:t>
            </a:r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Box 191">
            <a:extLst>
              <a:ext uri="{FF2B5EF4-FFF2-40B4-BE49-F238E27FC236}">
                <a16:creationId xmlns:a16="http://schemas.microsoft.com/office/drawing/2014/main" id="{FE3CA05A-D740-7A4E-BBA1-57B3FE2DF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3901" y="26217486"/>
            <a:ext cx="13319758" cy="193894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LLM + SRGM Proof-of-Concept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Performance Results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Insights on Fault Patterns</a:t>
            </a:r>
            <a:endParaRPr lang="en-US" sz="3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1282C9-9D89-323F-4F2E-AF1779412EB2}"/>
              </a:ext>
            </a:extLst>
          </p:cNvPr>
          <p:cNvSpPr/>
          <p:nvPr/>
        </p:nvSpPr>
        <p:spPr>
          <a:xfrm>
            <a:off x="15503900" y="25485966"/>
            <a:ext cx="13319759" cy="7315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6D0470-0BA8-D8D8-6610-37A875564F73}"/>
              </a:ext>
            </a:extLst>
          </p:cNvPr>
          <p:cNvSpPr txBox="1"/>
          <p:nvPr/>
        </p:nvSpPr>
        <p:spPr>
          <a:xfrm>
            <a:off x="29199840" y="29870400"/>
            <a:ext cx="12923519" cy="1054123"/>
          </a:xfrm>
          <a:prstGeom prst="rect">
            <a:avLst/>
          </a:prstGeom>
          <a:noFill/>
        </p:spPr>
        <p:txBody>
          <a:bodyPr wrap="square" lIns="68568" tIns="34284" rIns="68568" bIns="34284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is based on a proposal prepared for the Center for Aerospace Resilience (CARS) Seed Grant at Embry-Riddle Aeronautical University.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24360-2624-4723-E5AF-24E0903045D6}"/>
              </a:ext>
            </a:extLst>
          </p:cNvPr>
          <p:cNvSpPr txBox="1"/>
          <p:nvPr/>
        </p:nvSpPr>
        <p:spPr>
          <a:xfrm>
            <a:off x="29199839" y="29146502"/>
            <a:ext cx="3192196" cy="561680"/>
          </a:xfrm>
          <a:prstGeom prst="rect">
            <a:avLst/>
          </a:prstGeom>
          <a:noFill/>
        </p:spPr>
        <p:txBody>
          <a:bodyPr wrap="none" lIns="68568" tIns="34284" rIns="68568" bIns="34284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E7512-96F9-6EF0-545F-0FF759A9A7FA}"/>
              </a:ext>
            </a:extLst>
          </p:cNvPr>
          <p:cNvSpPr txBox="1"/>
          <p:nvPr/>
        </p:nvSpPr>
        <p:spPr>
          <a:xfrm>
            <a:off x="8201891" y="29870400"/>
            <a:ext cx="6827519" cy="1546565"/>
          </a:xfrm>
          <a:prstGeom prst="rect">
            <a:avLst/>
          </a:prstGeom>
          <a:noFill/>
        </p:spPr>
        <p:txBody>
          <a:bodyPr wrap="square" lIns="68568" tIns="34284" rIns="68568" bIns="34284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Shrenik Jadhav</a:t>
            </a:r>
          </a:p>
          <a:p>
            <a:r>
              <a:rPr lang="en-US" sz="32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jadhavs2@my.erau.edu</a:t>
            </a:r>
          </a:p>
          <a:p>
            <a:r>
              <a:rPr lang="en-US" sz="3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(734)773-5757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02356-DC28-CDC2-D04B-2BEDEF744162}"/>
              </a:ext>
            </a:extLst>
          </p:cNvPr>
          <p:cNvSpPr txBox="1"/>
          <p:nvPr/>
        </p:nvSpPr>
        <p:spPr>
          <a:xfrm>
            <a:off x="13487400" y="29870400"/>
            <a:ext cx="6827519" cy="1546565"/>
          </a:xfrm>
          <a:prstGeom prst="rect">
            <a:avLst/>
          </a:prstGeom>
          <a:noFill/>
        </p:spPr>
        <p:txBody>
          <a:bodyPr wrap="square" lIns="68568" tIns="34284" rIns="68568" bIns="34284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Caleb Stone</a:t>
            </a:r>
          </a:p>
          <a:p>
            <a:r>
              <a:rPr lang="en-US" sz="32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stonec16@my.erau.edu</a:t>
            </a:r>
          </a:p>
          <a:p>
            <a:r>
              <a:rPr lang="en-US" sz="3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(502)777-9035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diagram of a structure&#10;&#10;AI-generated content may be incorrect.">
            <a:extLst>
              <a:ext uri="{FF2B5EF4-FFF2-40B4-BE49-F238E27FC236}">
                <a16:creationId xmlns:a16="http://schemas.microsoft.com/office/drawing/2014/main" id="{09315F2E-BD24-2795-B061-AA3C8E63E4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00" y="6224638"/>
            <a:ext cx="9845041" cy="71136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8F9905-FD1B-8DA5-9BB8-016F2656E57F}"/>
              </a:ext>
            </a:extLst>
          </p:cNvPr>
          <p:cNvSpPr txBox="1"/>
          <p:nvPr/>
        </p:nvSpPr>
        <p:spPr>
          <a:xfrm>
            <a:off x="15602736" y="13608504"/>
            <a:ext cx="133197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1: A hybrid SRGM-LLM multistage framework transforming qualitative engineering artifacts into quantitative reliability predictions.</a:t>
            </a:r>
          </a:p>
          <a:p>
            <a:endParaRPr lang="en-US" dirty="0"/>
          </a:p>
        </p:txBody>
      </p:sp>
      <p:pic>
        <p:nvPicPr>
          <p:cNvPr id="26" name="Picture 25" descr="A black and white logo&#10;&#10;AI-generated content may be incorrect.">
            <a:extLst>
              <a:ext uri="{FF2B5EF4-FFF2-40B4-BE49-F238E27FC236}">
                <a16:creationId xmlns:a16="http://schemas.microsoft.com/office/drawing/2014/main" id="{2DF77AAC-21B8-2CCC-26D9-97BD2A8443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7884" y="711177"/>
            <a:ext cx="7581900" cy="2565400"/>
          </a:xfrm>
          <a:prstGeom prst="rect">
            <a:avLst/>
          </a:prstGeom>
        </p:spPr>
      </p:pic>
      <p:pic>
        <p:nvPicPr>
          <p:cNvPr id="28" name="Picture 2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5096A48-2EA7-18C4-775D-C9BE411666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6" y="665600"/>
            <a:ext cx="8551333" cy="2565400"/>
          </a:xfrm>
          <a:prstGeom prst="rect">
            <a:avLst/>
          </a:prstGeom>
        </p:spPr>
      </p:pic>
      <p:sp>
        <p:nvSpPr>
          <p:cNvPr id="50" name="Text Box 190">
            <a:extLst>
              <a:ext uri="{FF2B5EF4-FFF2-40B4-BE49-F238E27FC236}">
                <a16:creationId xmlns:a16="http://schemas.microsoft.com/office/drawing/2014/main" id="{1754C94C-FA91-A2CE-3A62-74FAA63F6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2430" y="5537703"/>
            <a:ext cx="13182600" cy="224368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Image 1" descr="/home/claude/presentation/figures/figure2.png">
            <a:extLst>
              <a:ext uri="{FF2B5EF4-FFF2-40B4-BE49-F238E27FC236}">
                <a16:creationId xmlns:a16="http://schemas.microsoft.com/office/drawing/2014/main" id="{BAD41DA3-1FC2-22ED-F85F-5F706381E9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32133" y="5836576"/>
            <a:ext cx="6400800" cy="3819284"/>
          </a:xfrm>
          <a:prstGeom prst="rect">
            <a:avLst/>
          </a:prstGeom>
        </p:spPr>
      </p:pic>
      <p:pic>
        <p:nvPicPr>
          <p:cNvPr id="44" name="Image 1" descr="/home/claude/presentation/figures/figure5.png">
            <a:extLst>
              <a:ext uri="{FF2B5EF4-FFF2-40B4-BE49-F238E27FC236}">
                <a16:creationId xmlns:a16="http://schemas.microsoft.com/office/drawing/2014/main" id="{3C15E539-EF4D-269E-10E5-418EFD07A8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21672" y="5830685"/>
            <a:ext cx="5663421" cy="3825175"/>
          </a:xfrm>
          <a:prstGeom prst="rect">
            <a:avLst/>
          </a:prstGeom>
        </p:spPr>
      </p:pic>
      <p:pic>
        <p:nvPicPr>
          <p:cNvPr id="48" name="Image 1" descr="/home/claude/presentation/figures/figure10.png">
            <a:extLst>
              <a:ext uri="{FF2B5EF4-FFF2-40B4-BE49-F238E27FC236}">
                <a16:creationId xmlns:a16="http://schemas.microsoft.com/office/drawing/2014/main" id="{2ED2257C-6D64-1C89-F7F9-CB2DA7D399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92575" y="13256990"/>
            <a:ext cx="5692518" cy="4149704"/>
          </a:xfrm>
          <a:prstGeom prst="rect">
            <a:avLst/>
          </a:prstGeom>
        </p:spPr>
      </p:pic>
      <p:pic>
        <p:nvPicPr>
          <p:cNvPr id="49" name="Image 1" descr="/home/claude/presentation/figures/figure9.png">
            <a:extLst>
              <a:ext uri="{FF2B5EF4-FFF2-40B4-BE49-F238E27FC236}">
                <a16:creationId xmlns:a16="http://schemas.microsoft.com/office/drawing/2014/main" id="{B448BFF1-72C3-5B2B-12C2-5ADEFA43C7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21670" y="20410615"/>
            <a:ext cx="5692518" cy="4240593"/>
          </a:xfrm>
          <a:prstGeom prst="rect">
            <a:avLst/>
          </a:prstGeom>
        </p:spPr>
      </p:pic>
      <p:pic>
        <p:nvPicPr>
          <p:cNvPr id="45" name="Image 1" descr="/home/claude/presentation/figures/figure7.png">
            <a:extLst>
              <a:ext uri="{FF2B5EF4-FFF2-40B4-BE49-F238E27FC236}">
                <a16:creationId xmlns:a16="http://schemas.microsoft.com/office/drawing/2014/main" id="{F9308E28-5B7E-5316-469F-EC07BE7117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32133" y="13252124"/>
            <a:ext cx="6400800" cy="416061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477DF1C-4858-3A44-8A93-4E8593B4CE62}"/>
              </a:ext>
            </a:extLst>
          </p:cNvPr>
          <p:cNvSpPr txBox="1"/>
          <p:nvPr/>
        </p:nvSpPr>
        <p:spPr>
          <a:xfrm>
            <a:off x="29697162" y="9946722"/>
            <a:ext cx="68357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2: Software defect discovery over a 320 hour testing period with W1-W5 representing different software phase transitions.</a:t>
            </a:r>
          </a:p>
          <a:p>
            <a:endParaRPr lang="en-US" dirty="0"/>
          </a:p>
        </p:txBody>
      </p:sp>
      <p:pic>
        <p:nvPicPr>
          <p:cNvPr id="47" name="Image 1" descr="/home/claude/presentation/figures/figure6.png">
            <a:extLst>
              <a:ext uri="{FF2B5EF4-FFF2-40B4-BE49-F238E27FC236}">
                <a16:creationId xmlns:a16="http://schemas.microsoft.com/office/drawing/2014/main" id="{B751250F-DC68-DDB9-B8AF-F4EAC48856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12640" y="20410615"/>
            <a:ext cx="6400800" cy="424059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A837C4EC-2182-2FA5-B1D4-EDFF6A3688F4}"/>
              </a:ext>
            </a:extLst>
          </p:cNvPr>
          <p:cNvSpPr txBox="1"/>
          <p:nvPr/>
        </p:nvSpPr>
        <p:spPr>
          <a:xfrm>
            <a:off x="36867588" y="9989400"/>
            <a:ext cx="59774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3: Importance of each semantic feature in relation to overall software reliability.</a:t>
            </a:r>
          </a:p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830F23-0F42-A86D-E9FA-E851ADD3B4ED}"/>
              </a:ext>
            </a:extLst>
          </p:cNvPr>
          <p:cNvSpPr txBox="1"/>
          <p:nvPr/>
        </p:nvSpPr>
        <p:spPr>
          <a:xfrm>
            <a:off x="29697162" y="17520287"/>
            <a:ext cx="68357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4: Defect discovery is shown to be greatest during phase transitions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070906-346A-302F-E89E-65977FF4BD23}"/>
              </a:ext>
            </a:extLst>
          </p:cNvPr>
          <p:cNvSpPr txBox="1"/>
          <p:nvPr/>
        </p:nvSpPr>
        <p:spPr>
          <a:xfrm>
            <a:off x="36867588" y="17562965"/>
            <a:ext cx="59774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5: Extracted defect recurrence indicators demonstrate software debugging effectiveness.</a:t>
            </a:r>
          </a:p>
          <a:p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39BCD0-D919-653E-3FFB-F8B070AA83FB}"/>
              </a:ext>
            </a:extLst>
          </p:cNvPr>
          <p:cNvSpPr txBox="1"/>
          <p:nvPr/>
        </p:nvSpPr>
        <p:spPr>
          <a:xfrm>
            <a:off x="29722562" y="24856103"/>
            <a:ext cx="68357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6: Our model demonstrates effectiveness in its ability to identify the reliability of specific subsystems within a software.</a:t>
            </a:r>
          </a:p>
          <a:p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D33434-68E9-4B02-7B49-783E02F81C0A}"/>
              </a:ext>
            </a:extLst>
          </p:cNvPr>
          <p:cNvSpPr txBox="1"/>
          <p:nvPr/>
        </p:nvSpPr>
        <p:spPr>
          <a:xfrm>
            <a:off x="36867587" y="24881009"/>
            <a:ext cx="597744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7: Use of GPT-4 Turbo for our hybrid model cost ~$1 per 100 defects and process these defects in less than .5 hours.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A68F1693E0C40871890A4986B0C9C" ma:contentTypeVersion="7" ma:contentTypeDescription="Create a new document." ma:contentTypeScope="" ma:versionID="9dbe9c709ec202ffdec4acccf85b7c9e">
  <xsd:schema xmlns:xsd="http://www.w3.org/2001/XMLSchema" xmlns:xs="http://www.w3.org/2001/XMLSchema" xmlns:p="http://schemas.microsoft.com/office/2006/metadata/properties" xmlns:ns3="70a6e5ab-8dab-47e5-948f-eade191a5a43" xmlns:ns4="1c8d7793-ae99-4a1a-84cd-36034d217ccf" targetNamespace="http://schemas.microsoft.com/office/2006/metadata/properties" ma:root="true" ma:fieldsID="64bae327a66ff8dac4e070c3a000b2e3" ns3:_="" ns4:_="">
    <xsd:import namespace="70a6e5ab-8dab-47e5-948f-eade191a5a43"/>
    <xsd:import namespace="1c8d7793-ae99-4a1a-84cd-36034d217cc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6e5ab-8dab-47e5-948f-eade191a5a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8d7793-ae99-4a1a-84cd-36034d217cc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49D08B-2D06-4679-8391-78C9D2993E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D290E8-6F8E-40AD-8D00-1E1BA2EF9B83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70a6e5ab-8dab-47e5-948f-eade191a5a43"/>
    <ds:schemaRef ds:uri="http://purl.org/dc/terms/"/>
    <ds:schemaRef ds:uri="http://schemas.microsoft.com/office/2006/documentManagement/types"/>
    <ds:schemaRef ds:uri="1c8d7793-ae99-4a1a-84cd-36034d217ccf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634D095-C1D2-4992-BF6B-A269CD5811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a6e5ab-8dab-47e5-948f-eade191a5a43"/>
    <ds:schemaRef ds:uri="1c8d7793-ae99-4a1a-84cd-36034d217c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7698</TotalTime>
  <Words>640</Words>
  <Application>Microsoft Macintosh PowerPoint</Application>
  <PresentationFormat>Custom</PresentationFormat>
  <Paragraphs>119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Times New Roman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36x48</dc:title>
  <dc:creator>Jay Larson</dc:creator>
  <dc:description>Quality poster printing
www.genigraphics.com
1-800-790-4001</dc:description>
  <cp:lastModifiedBy>Caleb Stone</cp:lastModifiedBy>
  <cp:revision>113</cp:revision>
  <cp:lastPrinted>2017-11-03T00:56:36Z</cp:lastPrinted>
  <dcterms:created xsi:type="dcterms:W3CDTF">2013-02-10T21:14:48Z</dcterms:created>
  <dcterms:modified xsi:type="dcterms:W3CDTF">2026-01-25T03:06:12Z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0x010100424A68F1693E0C40871890A4986B0C9C</vt:lpwstr>
  </property>
</Properties>
</file>